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E73B0-50BE-4C8E-8510-73A12EAE38C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B2072-9A86-4FBC-8CD7-8CBEE61D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898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E73B0-50BE-4C8E-8510-73A12EAE38C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B2072-9A86-4FBC-8CD7-8CBEE61D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857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E73B0-50BE-4C8E-8510-73A12EAE38C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B2072-9A86-4FBC-8CD7-8CBEE61D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700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E73B0-50BE-4C8E-8510-73A12EAE38C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B2072-9A86-4FBC-8CD7-8CBEE61D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72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E73B0-50BE-4C8E-8510-73A12EAE38C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B2072-9A86-4FBC-8CD7-8CBEE61D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013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E73B0-50BE-4C8E-8510-73A12EAE38C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B2072-9A86-4FBC-8CD7-8CBEE61D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682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E73B0-50BE-4C8E-8510-73A12EAE38C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B2072-9A86-4FBC-8CD7-8CBEE61D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168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E73B0-50BE-4C8E-8510-73A12EAE38C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B2072-9A86-4FBC-8CD7-8CBEE61D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881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E73B0-50BE-4C8E-8510-73A12EAE38C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B2072-9A86-4FBC-8CD7-8CBEE61D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987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E73B0-50BE-4C8E-8510-73A12EAE38C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B2072-9A86-4FBC-8CD7-8CBEE61D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730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E73B0-50BE-4C8E-8510-73A12EAE38C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B2072-9A86-4FBC-8CD7-8CBEE61D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04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BE73B0-50BE-4C8E-8510-73A12EAE38C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B2072-9A86-4FBC-8CD7-8CBEE61D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34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Data Analysis Project REPORT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YOUR NAME-PRIYA</a:t>
            </a:r>
          </a:p>
          <a:p>
            <a:r>
              <a:rPr lang="en-GB" dirty="0" smtClean="0"/>
              <a:t>TOOLS:EXCEL |PYTHON|POWER BI|JUPYTER NOTEBOOK</a:t>
            </a:r>
            <a:endParaRPr lang="en-IN" dirty="0"/>
          </a:p>
          <a:p>
            <a:r>
              <a:rPr lang="en-GB" dirty="0" smtClean="0"/>
              <a:t>Role: Aspiring Data Analyst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3415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PROJECT 1:Colorado Vehicle Sales Analysis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 smtClean="0"/>
              <a:t>. Analysis of motor vehicle sales data in Colorado</a:t>
            </a:r>
          </a:p>
          <a:p>
            <a:pPr marL="0" indent="0">
              <a:buNone/>
            </a:pPr>
            <a:r>
              <a:rPr lang="en-GB" sz="2000" dirty="0" smtClean="0"/>
              <a:t>.Objective : identify sales trends and performance </a:t>
            </a:r>
          </a:p>
          <a:p>
            <a:pPr marL="0" indent="0">
              <a:buNone/>
            </a:pPr>
            <a:r>
              <a:rPr lang="en-GB" sz="2000" dirty="0" smtClean="0"/>
              <a:t>.Dataset includes monthly /yearly sales records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50415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005" y="1053614"/>
            <a:ext cx="6172200" cy="4014042"/>
          </a:xfrm>
        </p:spPr>
      </p:pic>
    </p:spTree>
    <p:extLst>
      <p:ext uri="{BB962C8B-B14F-4D97-AF65-F5344CB8AC3E}">
        <p14:creationId xmlns:p14="http://schemas.microsoft.com/office/powerpoint/2010/main" val="2245959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779" y="987425"/>
            <a:ext cx="5761018" cy="487362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199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Project 2 : E-Commerce Sales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 smtClean="0"/>
              <a:t>Analyzed</a:t>
            </a:r>
            <a:r>
              <a:rPr lang="en-GB" dirty="0" smtClean="0"/>
              <a:t> online sales data using python</a:t>
            </a:r>
          </a:p>
          <a:p>
            <a:r>
              <a:rPr lang="en-GB" dirty="0" smtClean="0"/>
              <a:t>Tools: </a:t>
            </a:r>
            <a:r>
              <a:rPr lang="en-GB" dirty="0" err="1" smtClean="0"/>
              <a:t>Python,pandas</a:t>
            </a:r>
            <a:r>
              <a:rPr lang="en-GB" dirty="0" smtClean="0"/>
              <a:t>, </a:t>
            </a:r>
            <a:r>
              <a:rPr lang="en-GB" dirty="0" err="1" smtClean="0"/>
              <a:t>Matplotlib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442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Used pandas for data cleaning </a:t>
            </a:r>
            <a:br>
              <a:rPr lang="en-GB" dirty="0" smtClean="0"/>
            </a:br>
            <a:r>
              <a:rPr lang="en-GB" dirty="0" smtClean="0"/>
              <a:t>Created visualization for sales trends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19939"/>
            <a:ext cx="5181600" cy="396271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93779"/>
            <a:ext cx="5181600" cy="3753555"/>
          </a:xfrm>
        </p:spPr>
      </p:pic>
    </p:spTree>
    <p:extLst>
      <p:ext uri="{BB962C8B-B14F-4D97-AF65-F5344CB8AC3E}">
        <p14:creationId xmlns:p14="http://schemas.microsoft.com/office/powerpoint/2010/main" val="2692695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PROJECT 3- FINANCIAL DATA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Financial dataset analysed using power BI</a:t>
            </a:r>
          </a:p>
          <a:p>
            <a:r>
              <a:rPr lang="en-GB" dirty="0" smtClean="0"/>
              <a:t>Tools : </a:t>
            </a:r>
            <a:r>
              <a:rPr lang="en-GB" dirty="0" err="1" smtClean="0"/>
              <a:t>Excel,Power</a:t>
            </a:r>
            <a:r>
              <a:rPr lang="en-GB" dirty="0" smtClean="0"/>
              <a:t> BI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6342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925" y="98409"/>
            <a:ext cx="10515600" cy="1325563"/>
          </a:xfrm>
        </p:spPr>
        <p:txBody>
          <a:bodyPr/>
          <a:lstStyle/>
          <a:p>
            <a:r>
              <a:rPr lang="en-GB" dirty="0" smtClean="0"/>
              <a:t>ANALYSIS &amp; KEY INSIGHTS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361" y="1714529"/>
            <a:ext cx="8728205" cy="4351338"/>
          </a:xfrm>
        </p:spPr>
      </p:pic>
    </p:spTree>
    <p:extLst>
      <p:ext uri="{BB962C8B-B14F-4D97-AF65-F5344CB8AC3E}">
        <p14:creationId xmlns:p14="http://schemas.microsoft.com/office/powerpoint/2010/main" val="1254437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PROJECT4: Coffee sales Dashboard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Built interactive dashboard in power BI </a:t>
            </a:r>
          </a:p>
          <a:p>
            <a:r>
              <a:rPr lang="en-GB" dirty="0" err="1" smtClean="0"/>
              <a:t>Analyzed</a:t>
            </a:r>
            <a:r>
              <a:rPr lang="en-GB" dirty="0" smtClean="0"/>
              <a:t> sales by product and payment type</a:t>
            </a:r>
          </a:p>
          <a:p>
            <a:r>
              <a:rPr lang="en-GB" dirty="0" smtClean="0"/>
              <a:t>Objective : Understand customer preferences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2933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921" y="1825625"/>
            <a:ext cx="10454157" cy="4351338"/>
          </a:xfrm>
        </p:spPr>
      </p:pic>
    </p:spTree>
    <p:extLst>
      <p:ext uri="{BB962C8B-B14F-4D97-AF65-F5344CB8AC3E}">
        <p14:creationId xmlns:p14="http://schemas.microsoft.com/office/powerpoint/2010/main" val="1935645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Overall Conclusion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Projects enhanced data analysis skills</a:t>
            </a:r>
          </a:p>
          <a:p>
            <a:r>
              <a:rPr lang="en-GB" dirty="0" smtClean="0"/>
              <a:t>Hands-on experience with real datasets</a:t>
            </a:r>
          </a:p>
          <a:p>
            <a:r>
              <a:rPr lang="en-GB" dirty="0" smtClean="0"/>
              <a:t>Improved understanding of business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1670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127</Words>
  <Application>Microsoft Office PowerPoint</Application>
  <PresentationFormat>Widescreen</PresentationFormat>
  <Paragraphs>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Data Analysis Project REPORT</vt:lpstr>
      <vt:lpstr>PROJECT 1:Colorado Vehicle Sales Analysis</vt:lpstr>
      <vt:lpstr>PowerPoint Presentation</vt:lpstr>
      <vt:lpstr>PowerPoint Presentation</vt:lpstr>
      <vt:lpstr>Project 2 : E-Commerce Sales Analysis</vt:lpstr>
      <vt:lpstr>Used pandas for data cleaning  Created visualization for sales trends</vt:lpstr>
      <vt:lpstr>PROJECT 3- FINANCIAL DATA ANALYSIS</vt:lpstr>
      <vt:lpstr>ANALYSIS &amp; KEY INSIGHTS</vt:lpstr>
      <vt:lpstr>PROJECT4: Coffee sales Dashboard</vt:lpstr>
      <vt:lpstr>PowerPoint Presentation</vt:lpstr>
      <vt:lpstr>Overall Conclusion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7</cp:revision>
  <dcterms:created xsi:type="dcterms:W3CDTF">2025-12-18T00:38:12Z</dcterms:created>
  <dcterms:modified xsi:type="dcterms:W3CDTF">2025-12-18T02:10:31Z</dcterms:modified>
</cp:coreProperties>
</file>